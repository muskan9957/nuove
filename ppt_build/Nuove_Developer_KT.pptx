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91219"/>
          </a:solidFill>
          <a:ln w="12700">
            <a:solidFill>
              <a:srgbClr val="09121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47472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3054096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54096" y="0"/>
            <a:ext cx="3044952" cy="54864"/>
          </a:xfrm>
          <a:prstGeom prst="rect">
            <a:avLst/>
          </a:prstGeom>
          <a:solidFill>
            <a:srgbClr val="FF2D8B"/>
          </a:solidFill>
          <a:ln w="12700">
            <a:solidFill>
              <a:srgbClr val="FF2D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9048" y="0"/>
            <a:ext cx="3044952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27432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0" b="1" dirty="0">
                <a:solidFill>
                  <a:srgbClr val="0F20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</a:t>
            </a:r>
            <a:endParaRPr lang="en-US" sz="28000" dirty="0"/>
          </a:p>
        </p:txBody>
      </p:sp>
      <p:sp>
        <p:nvSpPr>
          <p:cNvPr id="10" name="Text 8"/>
          <p:cNvSpPr/>
          <p:nvPr/>
        </p:nvSpPr>
        <p:spPr>
          <a:xfrm>
            <a:off x="502920" y="9144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Welcome to Nuove</a:t>
            </a:r>
            <a:endParaRPr lang="en-US" sz="4600" dirty="0"/>
          </a:p>
        </p:txBody>
      </p:sp>
      <p:sp>
        <p:nvSpPr>
          <p:cNvPr id="11" name="Shape 9"/>
          <p:cNvSpPr/>
          <p:nvPr/>
        </p:nvSpPr>
        <p:spPr>
          <a:xfrm>
            <a:off x="502920" y="1828800"/>
            <a:ext cx="192024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96596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Onboarding &amp; Knowledge Transfer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2920" y="2542032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7A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content creation for Indian creators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246120"/>
            <a:ext cx="1554480" cy="347472"/>
          </a:xfrm>
          <a:prstGeom prst="rect">
            <a:avLst>
              <a:gd name="adj" fmla="val 10526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2461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Vite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31720" y="3246120"/>
            <a:ext cx="1554480" cy="347472"/>
          </a:xfrm>
          <a:prstGeom prst="rect">
            <a:avLst>
              <a:gd name="adj" fmla="val 10526"/>
            </a:avLst>
          </a:prstGeom>
          <a:solidFill>
            <a:srgbClr val="FF2D8B"/>
          </a:solidFill>
          <a:ln w="12700">
            <a:solidFill>
              <a:srgbClr val="FF2D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31720" y="32461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60520" y="3246120"/>
            <a:ext cx="1554480" cy="347472"/>
          </a:xfrm>
          <a:prstGeom prst="rect">
            <a:avLst>
              <a:gd name="adj" fmla="val 10526"/>
            </a:avLst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60520" y="32461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nuove.in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nuove.in  •  Developer KT  •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54096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54096" y="0"/>
            <a:ext cx="3044952" cy="54864"/>
          </a:xfrm>
          <a:prstGeom prst="rect">
            <a:avLst/>
          </a:prstGeom>
          <a:solidFill>
            <a:srgbClr val="FF2D8B"/>
          </a:solidFill>
          <a:ln w="12700">
            <a:solidFill>
              <a:srgbClr val="FF2D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Are We Building?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4937760" cy="361188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0058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Nuove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1527048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472184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app for Indian Instagram Reels &amp; YouTube Shorts creators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039112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984248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scripts, provides teleprompter + recorder, crossposts captions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551176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496312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users: Indian content creators aged 18–35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063240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008376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at: nuove.in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575304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52044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Platforms: Web + iOS App Store + Google Play Store (coming soon)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577840" y="914400"/>
            <a:ext cx="3200400" cy="1097280"/>
          </a:xfrm>
          <a:prstGeom prst="rect">
            <a:avLst/>
          </a:prstGeom>
          <a:solidFill>
            <a:srgbClr val="1A2E42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77840" y="914400"/>
            <a:ext cx="73152" cy="10972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06440" y="98755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116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6903720" y="10972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Stories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PRD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577840" y="2148840"/>
            <a:ext cx="3200400" cy="1097280"/>
          </a:xfrm>
          <a:prstGeom prst="rect">
            <a:avLst/>
          </a:prstGeom>
          <a:solidFill>
            <a:srgbClr val="1A2E42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577840" y="914400"/>
            <a:ext cx="73152" cy="1097280"/>
          </a:xfrm>
          <a:prstGeom prst="rect">
            <a:avLst/>
          </a:prstGeom>
          <a:solidFill>
            <a:srgbClr val="FF2D8B"/>
          </a:solidFill>
          <a:ln w="12700">
            <a:solidFill>
              <a:srgbClr val="FF2D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222199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2D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6903720" y="23317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Store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577840" y="3383280"/>
            <a:ext cx="3200400" cy="1097280"/>
          </a:xfrm>
          <a:prstGeom prst="rect">
            <a:avLst/>
          </a:prstGeom>
          <a:solidFill>
            <a:srgbClr val="1A2E42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77840" y="914400"/>
            <a:ext cx="73152" cy="109728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06440" y="345643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800" dirty="0"/>
          </a:p>
        </p:txBody>
      </p:sp>
      <p:sp>
        <p:nvSpPr>
          <p:cNvPr id="29" name="Text 27"/>
          <p:cNvSpPr/>
          <p:nvPr/>
        </p:nvSpPr>
        <p:spPr>
          <a:xfrm>
            <a:off x="6903720" y="3566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+ Android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nuove.in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54096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54096" y="0"/>
            <a:ext cx="3044952" cy="54864"/>
          </a:xfrm>
          <a:prstGeom prst="rect">
            <a:avLst/>
          </a:prstGeom>
          <a:solidFill>
            <a:srgbClr val="FF2D8B"/>
          </a:solidFill>
          <a:ln w="12700">
            <a:solidFill>
              <a:srgbClr val="FF2D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Tech Stack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206240" cy="877824"/>
          </a:xfrm>
          <a:prstGeom prst="rect">
            <a:avLst/>
          </a:prstGeom>
          <a:solidFill>
            <a:srgbClr val="162030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64008" cy="87782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241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2618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React + Vite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154533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→ nuove.in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984248"/>
            <a:ext cx="4206240" cy="877824"/>
          </a:xfrm>
          <a:prstGeom prst="rect">
            <a:avLst/>
          </a:prstGeom>
          <a:solidFill>
            <a:srgbClr val="162030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984248"/>
            <a:ext cx="64008" cy="877824"/>
          </a:xfrm>
          <a:prstGeom prst="rect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0482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286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Node.js + Express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256946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Railway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008376"/>
            <a:ext cx="4206240" cy="877824"/>
          </a:xfrm>
          <a:prstGeom prst="rect">
            <a:avLst/>
          </a:prstGeom>
          <a:solidFill>
            <a:srgbClr val="162030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008376"/>
            <a:ext cx="64008" cy="877824"/>
          </a:xfrm>
          <a:prstGeom prst="rect">
            <a:avLst/>
          </a:prstGeom>
          <a:solidFill>
            <a:srgbClr val="FF2D8B"/>
          </a:solidFill>
          <a:ln w="12700">
            <a:solidFill>
              <a:srgbClr val="FF2D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0723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2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33101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35935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Railway Add-on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032504"/>
            <a:ext cx="4206240" cy="877824"/>
          </a:xfrm>
          <a:prstGeom prst="rect">
            <a:avLst/>
          </a:prstGeom>
          <a:solidFill>
            <a:srgbClr val="162030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4032504"/>
            <a:ext cx="64008" cy="87782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096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43342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Anthropic Claude API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8640" y="46177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960120"/>
            <a:ext cx="4206240" cy="877824"/>
          </a:xfrm>
          <a:prstGeom prst="rect">
            <a:avLst/>
          </a:prstGeom>
          <a:solidFill>
            <a:srgbClr val="162030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960120"/>
            <a:ext cx="64008" cy="87782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10241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37760" y="12618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Razorpay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937760" y="154533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Payments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1984248"/>
            <a:ext cx="4206240" cy="877824"/>
          </a:xfrm>
          <a:prstGeom prst="rect">
            <a:avLst/>
          </a:prstGeom>
          <a:solidFill>
            <a:srgbClr val="162030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1984248"/>
            <a:ext cx="64008" cy="877824"/>
          </a:xfrm>
          <a:prstGeom prst="rect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20482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37760" y="2286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Resend.com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937760" y="256946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noreply@nuove.in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3008376"/>
            <a:ext cx="4206240" cy="877824"/>
          </a:xfrm>
          <a:prstGeom prst="rect">
            <a:avLst/>
          </a:prstGeom>
          <a:solidFill>
            <a:srgbClr val="162030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3008376"/>
            <a:ext cx="64008" cy="877824"/>
          </a:xfrm>
          <a:prstGeom prst="rect">
            <a:avLst/>
          </a:prstGeom>
          <a:solidFill>
            <a:srgbClr val="F55353"/>
          </a:solidFill>
          <a:ln w="12700">
            <a:solidFill>
              <a:srgbClr val="F5535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30723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937760" y="33101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Sentry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4937760" y="35935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Tracking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 All requests flow through  →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nuove.in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54096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54096" y="0"/>
            <a:ext cx="3044952" cy="54864"/>
          </a:xfrm>
          <a:prstGeom prst="rect">
            <a:avLst/>
          </a:prstGeom>
          <a:solidFill>
            <a:srgbClr val="FF2D8B"/>
          </a:solidFill>
          <a:ln w="12700">
            <a:solidFill>
              <a:srgbClr val="FF2D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The Code Is Organised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4160520" cy="393192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68680"/>
            <a:ext cx="4160520" cy="347472"/>
          </a:xfrm>
          <a:prstGeom prst="rect">
            <a:avLst/>
          </a:prstGeom>
          <a:solidFill>
            <a:srgbClr val="0E2840"/>
          </a:solidFill>
          <a:ln w="12700">
            <a:solidFill>
              <a:srgbClr val="0E28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86968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 /ai-reel-coach-frontend/src/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3258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pages/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13258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file per screen (Generate, Record, Crosspost…)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1664208"/>
            <a:ext cx="3749040" cy="9144"/>
          </a:xfrm>
          <a:prstGeom prst="rect">
            <a:avLst/>
          </a:prstGeom>
          <a:solidFill>
            <a:srgbClr val="1E3248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80136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components/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11680" y="180136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UI: Logo, Layout, Nav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139696"/>
            <a:ext cx="3749040" cy="9144"/>
          </a:xfrm>
          <a:prstGeom prst="rect">
            <a:avLst/>
          </a:prstGeom>
          <a:solidFill>
            <a:srgbClr val="1E3248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2768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store.jsx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227685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auth state (user token, plan)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2615184"/>
            <a:ext cx="3749040" cy="9144"/>
          </a:xfrm>
          <a:prstGeom prst="rect">
            <a:avLst/>
          </a:prstGeom>
          <a:solidFill>
            <a:srgbClr val="1E3248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75234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api.js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11680" y="275234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backend API calls live here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3090672"/>
            <a:ext cx="3749040" cy="9144"/>
          </a:xfrm>
          <a:prstGeom prst="rect">
            <a:avLst/>
          </a:prstGeom>
          <a:solidFill>
            <a:srgbClr val="1E3248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22783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i18n.jsx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11680" y="32278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text &amp; translations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566160"/>
            <a:ext cx="3749040" cy="9144"/>
          </a:xfrm>
          <a:prstGeom prst="rect">
            <a:avLst/>
          </a:prstGeom>
          <a:solidFill>
            <a:srgbClr val="1E3248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7033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index.css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011680" y="37033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styles &amp; CSS variables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868680"/>
            <a:ext cx="4160520" cy="393192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868680"/>
            <a:ext cx="4160520" cy="347472"/>
          </a:xfrm>
          <a:prstGeom prst="rect">
            <a:avLst/>
          </a:prstGeom>
          <a:solidFill>
            <a:srgbClr val="0E2840"/>
          </a:solidFill>
          <a:ln w="12700">
            <a:solidFill>
              <a:srgbClr val="0E28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886968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2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 /src/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13258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2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routes/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55080" y="1325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endpoints: /auth, /generate, /scripts…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1719072"/>
            <a:ext cx="3749040" cy="9144"/>
          </a:xfrm>
          <a:prstGeom prst="rect">
            <a:avLst/>
          </a:prstGeom>
          <a:solidFill>
            <a:srgbClr val="1E3248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190195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2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controllers/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55080" y="1901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logic for each route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46320" y="2295144"/>
            <a:ext cx="3749040" cy="9144"/>
          </a:xfrm>
          <a:prstGeom prst="rect">
            <a:avLst/>
          </a:prstGeom>
          <a:solidFill>
            <a:srgbClr val="1E3248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247802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services/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55080" y="247802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calls, emails, Razorpay payments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46320" y="2871216"/>
            <a:ext cx="3749040" cy="9144"/>
          </a:xfrm>
          <a:prstGeom prst="rect">
            <a:avLst/>
          </a:prstGeom>
          <a:solidFill>
            <a:srgbClr val="1E3248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05409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config/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55080" y="305409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Passport (Google OAuth), DB connection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46320" y="3447288"/>
            <a:ext cx="3749040" cy="9144"/>
          </a:xfrm>
          <a:prstGeom prst="rect">
            <a:avLst/>
          </a:prstGeom>
          <a:solidFill>
            <a:srgbClr val="1E3248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36301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55080" y="36301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entry point, CORS, middleware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nuove.in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54096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54096" y="0"/>
            <a:ext cx="3044952" cy="54864"/>
          </a:xfrm>
          <a:prstGeom prst="rect">
            <a:avLst/>
          </a:prstGeom>
          <a:solidFill>
            <a:srgbClr val="FF2D8B"/>
          </a:solidFill>
          <a:ln w="12700">
            <a:solidFill>
              <a:srgbClr val="FF2D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Tracing a Feature: Script Generator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75488" cy="47548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05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0058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types topic in Generate.jsx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280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— React page component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21208" y="1508760"/>
            <a:ext cx="73152" cy="804672"/>
          </a:xfrm>
          <a:prstGeom prst="rect">
            <a:avLst/>
          </a:prstGeom>
          <a:solidFill>
            <a:srgbClr val="1E3248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331720"/>
            <a:ext cx="475488" cy="475488"/>
          </a:xfrm>
          <a:prstGeom prst="ellipse">
            <a:avLst/>
          </a:prstGeom>
          <a:solidFill>
            <a:srgbClr val="2A4A6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23317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api.js sends POST /api/generate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606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backend calls go through api.js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1208" y="2834640"/>
            <a:ext cx="73152" cy="804672"/>
          </a:xfrm>
          <a:prstGeom prst="rect">
            <a:avLst/>
          </a:prstGeom>
          <a:solidFill>
            <a:srgbClr val="1E3248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657600"/>
            <a:ext cx="475488" cy="475488"/>
          </a:xfrm>
          <a:prstGeom prst="ellipse">
            <a:avLst/>
          </a:prstGeom>
          <a:solidFill>
            <a:srgbClr val="2A4A6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657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3657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routes/generate.js receives request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39319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— Express router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1005840"/>
            <a:ext cx="475488" cy="475488"/>
          </a:xfrm>
          <a:prstGeom prst="ellipse">
            <a:avLst/>
          </a:prstGeom>
          <a:solidFill>
            <a:srgbClr val="2A4A6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005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03520" y="10058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generateController.js handles logic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0" y="1280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Validates, calls AI service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10328" y="1508760"/>
            <a:ext cx="73152" cy="804672"/>
          </a:xfrm>
          <a:prstGeom prst="rect">
            <a:avLst/>
          </a:prstGeom>
          <a:solidFill>
            <a:srgbClr val="1E3248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2331720"/>
            <a:ext cx="475488" cy="475488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03520" y="23317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aiService.js calls Anthropic API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03520" y="2606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generates the script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10328" y="2834640"/>
            <a:ext cx="73152" cy="804672"/>
          </a:xfrm>
          <a:prstGeom prst="rect">
            <a:avLst/>
          </a:prstGeom>
          <a:solidFill>
            <a:srgbClr val="1E3248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3657600"/>
            <a:ext cx="475488" cy="475488"/>
          </a:xfrm>
          <a:prstGeom prst="ellipse">
            <a:avLst/>
          </a:prstGeom>
          <a:solidFill>
            <a:srgbClr val="FF2D8B"/>
          </a:solidFill>
          <a:ln w="12700">
            <a:solidFill>
              <a:srgbClr val="FF2D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657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03520" y="3657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streams back to frontend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03520" y="39319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Generate.jsx renders word by word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4617720"/>
            <a:ext cx="8503920" cy="292608"/>
          </a:xfrm>
          <a:prstGeom prst="rect">
            <a:avLst/>
          </a:prstGeom>
          <a:solidFill>
            <a:srgbClr val="0A1E3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6268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this yourself for 2 more features before starting work  →  Record, Crosspost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nuove.in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54096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54096" y="0"/>
            <a:ext cx="3044952" cy="54864"/>
          </a:xfrm>
          <a:prstGeom prst="rect">
            <a:avLst/>
          </a:prstGeom>
          <a:solidFill>
            <a:srgbClr val="FF2D8B"/>
          </a:solidFill>
          <a:ln w="12700">
            <a:solidFill>
              <a:srgbClr val="FF2D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 Workflow — Follow This Every Time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8503920" cy="566928"/>
          </a:xfrm>
          <a:prstGeom prst="rect">
            <a:avLst/>
          </a:prstGeom>
          <a:solidFill>
            <a:srgbClr val="FF2D8B"/>
          </a:solidFill>
          <a:ln w="12700">
            <a:solidFill>
              <a:srgbClr val="FF2D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0467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NEVER push directly to main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" y="1508760"/>
            <a:ext cx="8503920" cy="420624"/>
          </a:xfrm>
          <a:prstGeom prst="rect">
            <a:avLst/>
          </a:prstGeom>
          <a:solidFill>
            <a:srgbClr val="101D2C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591056"/>
            <a:ext cx="256032" cy="25603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5910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49808" y="155448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feature/your-feature-name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126480" y="15727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start a new branch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984248"/>
            <a:ext cx="8503920" cy="420624"/>
          </a:xfrm>
          <a:prstGeom prst="rect">
            <a:avLst/>
          </a:prstGeom>
          <a:solidFill>
            <a:srgbClr val="0D1926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2066544"/>
            <a:ext cx="256032" cy="25603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0665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49808" y="202996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your changes...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126480" y="204825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code in VS Code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459736"/>
            <a:ext cx="8503920" cy="420624"/>
          </a:xfrm>
          <a:prstGeom prst="rect">
            <a:avLst/>
          </a:prstGeom>
          <a:solidFill>
            <a:srgbClr val="101D2C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2542032"/>
            <a:ext cx="256032" cy="25603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5420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49808" y="2505456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 &amp;&amp; git commit -m 'what you did'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126480" y="25237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and commit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2935224"/>
            <a:ext cx="8503920" cy="420624"/>
          </a:xfrm>
          <a:prstGeom prst="rect">
            <a:avLst/>
          </a:prstGeom>
          <a:solidFill>
            <a:srgbClr val="0D1926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" y="3017520"/>
            <a:ext cx="256032" cy="25603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017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9808" y="2980944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feature/your-feature-name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126480" y="29992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your branch to GitHub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410712"/>
            <a:ext cx="8503920" cy="420624"/>
          </a:xfrm>
          <a:prstGeom prst="rect">
            <a:avLst/>
          </a:prstGeom>
          <a:solidFill>
            <a:srgbClr val="101D2C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048" y="3493008"/>
            <a:ext cx="256032" cy="25603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3493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49808" y="3456432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Pull Request on GitHub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126480" y="34747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GitHub → your repo → New PR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3886200"/>
            <a:ext cx="8503920" cy="420624"/>
          </a:xfrm>
          <a:prstGeom prst="rect">
            <a:avLst/>
          </a:prstGeom>
          <a:solidFill>
            <a:srgbClr val="0D1926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4048" y="3968496"/>
            <a:ext cx="256032" cy="25603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3968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49808" y="393192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for review &amp; approval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126480" y="39502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reviews your code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4361688"/>
            <a:ext cx="8503920" cy="420624"/>
          </a:xfrm>
          <a:prstGeom prst="rect">
            <a:avLst/>
          </a:prstGeom>
          <a:solidFill>
            <a:srgbClr val="101D2C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4048" y="4443984"/>
            <a:ext cx="256032" cy="25603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4443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7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49808" y="440740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Merged to main → auto-deploys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126480" y="442569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+ Railway rebuild automatically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nuove.in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54096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54096" y="0"/>
            <a:ext cx="3044952" cy="54864"/>
          </a:xfrm>
          <a:prstGeom prst="rect">
            <a:avLst/>
          </a:prstGeom>
          <a:solidFill>
            <a:srgbClr val="FF2D8B"/>
          </a:solidFill>
          <a:ln w="12700">
            <a:solidFill>
              <a:srgbClr val="FF2D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Environment Variables — Very Important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2743200" cy="16002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68680"/>
            <a:ext cx="2743200" cy="73152"/>
          </a:xfrm>
          <a:prstGeom prst="rect">
            <a:avLst/>
          </a:prstGeom>
          <a:solidFill>
            <a:srgbClr val="FF2D8B"/>
          </a:solidFill>
          <a:ln w="12700">
            <a:solidFill>
              <a:srgbClr val="FF2D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10058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.env file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38988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keys.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commit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GitHub. Ever.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868680"/>
            <a:ext cx="2743200" cy="16002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868680"/>
            <a:ext cx="27432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49040" y="10058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.env.example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138988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template,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 values.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in GitHub.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868680"/>
            <a:ext cx="2743200" cy="16002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868680"/>
            <a:ext cx="2743200" cy="73152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29400" y="10058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138988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variables 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Railway and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dashboards.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26334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VARIABLES YOUR .env MUST HAVE: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999232"/>
            <a:ext cx="4206240" cy="475488"/>
          </a:xfrm>
          <a:prstGeom prst="rect">
            <a:avLst/>
          </a:prstGeom>
          <a:solidFill>
            <a:srgbClr val="101D2C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30358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DATABASE_URL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514600" y="30358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connection string (from Railway)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566160"/>
            <a:ext cx="4206240" cy="475488"/>
          </a:xfrm>
          <a:prstGeom prst="rect">
            <a:avLst/>
          </a:prstGeom>
          <a:solidFill>
            <a:srgbClr val="101D2C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" y="360273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JWT_SECRET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514600" y="360273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secret string for signing tokens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4133088"/>
            <a:ext cx="4206240" cy="475488"/>
          </a:xfrm>
          <a:prstGeom prst="rect">
            <a:avLst/>
          </a:prstGeom>
          <a:solidFill>
            <a:srgbClr val="101D2C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" y="416966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ANTHROPIC_API_KEY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514600" y="416966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AI key — NEVER expose to frontend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2999232"/>
            <a:ext cx="4206240" cy="475488"/>
          </a:xfrm>
          <a:prstGeom prst="rect">
            <a:avLst/>
          </a:prstGeom>
          <a:solidFill>
            <a:srgbClr val="101D2C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18888" y="30358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RAZORPAY_KEY_ID / SECRET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903720" y="30358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gateway credentials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09160" y="3566160"/>
            <a:ext cx="4206240" cy="475488"/>
          </a:xfrm>
          <a:prstGeom prst="rect">
            <a:avLst/>
          </a:prstGeom>
          <a:solidFill>
            <a:srgbClr val="101D2C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18888" y="360273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RESEND_API_KEY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903720" y="360273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service key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09160" y="4133088"/>
            <a:ext cx="4206240" cy="475488"/>
          </a:xfrm>
          <a:prstGeom prst="rect">
            <a:avLst/>
          </a:prstGeom>
          <a:solidFill>
            <a:srgbClr val="101D2C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18888" y="416966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FRONTEND_URL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903720" y="416966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https://nuove.in  (or localhost:5173 locally)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nuove.in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54096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54096" y="0"/>
            <a:ext cx="3044952" cy="54864"/>
          </a:xfrm>
          <a:prstGeom prst="rect">
            <a:avLst/>
          </a:prstGeom>
          <a:solidFill>
            <a:srgbClr val="FF2D8B"/>
          </a:solidFill>
          <a:ln w="12700">
            <a:solidFill>
              <a:srgbClr val="FF2D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Login Works (JWT Auth)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1417320" cy="1234440"/>
          </a:xfrm>
          <a:prstGeom prst="rect">
            <a:avLst/>
          </a:prstGeom>
          <a:solidFill>
            <a:srgbClr val="1A2E42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141732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2344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logs 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1828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+ password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19072" y="150876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828800" y="1097280"/>
            <a:ext cx="1417320" cy="1234440"/>
          </a:xfrm>
          <a:prstGeom prst="rect">
            <a:avLst/>
          </a:prstGeom>
          <a:solidFill>
            <a:srgbClr val="1A2E42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28800" y="1097280"/>
            <a:ext cx="1417320" cy="64008"/>
          </a:xfrm>
          <a:prstGeom prst="rect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01952" y="12344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checks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01952" y="1828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authController.js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73552" y="150876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383280" y="1097280"/>
            <a:ext cx="1417320" cy="1234440"/>
          </a:xfrm>
          <a:prstGeom prst="rect">
            <a:avLst/>
          </a:prstGeom>
          <a:solidFill>
            <a:srgbClr val="1A2E42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83280" y="1097280"/>
            <a:ext cx="1417320" cy="64008"/>
          </a:xfrm>
          <a:prstGeom prst="rect">
            <a:avLst/>
          </a:prstGeom>
          <a:solidFill>
            <a:srgbClr val="FF2D8B"/>
          </a:solidFill>
          <a:ln w="12700">
            <a:solidFill>
              <a:srgbClr val="FF2D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56432" y="12344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JWT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56432" y="1828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 expiry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28032" y="150876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2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937760" y="1097280"/>
            <a:ext cx="1417320" cy="1234440"/>
          </a:xfrm>
          <a:prstGeom prst="rect">
            <a:avLst/>
          </a:prstGeom>
          <a:solidFill>
            <a:srgbClr val="1A2E42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37760" y="1097280"/>
            <a:ext cx="1417320" cy="640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12344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Sends token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frontend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10912" y="1828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response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82512" y="150876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492240" y="1097280"/>
            <a:ext cx="1417320" cy="1234440"/>
          </a:xfrm>
          <a:prstGeom prst="rect">
            <a:avLst/>
          </a:prstGeom>
          <a:solidFill>
            <a:srgbClr val="1A2E42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92240" y="1097280"/>
            <a:ext cx="141732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65392" y="12344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stores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65392" y="1828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store.jsx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2697480"/>
            <a:ext cx="1417320" cy="1234440"/>
          </a:xfrm>
          <a:prstGeom prst="rect">
            <a:avLst/>
          </a:prstGeom>
          <a:solidFill>
            <a:srgbClr val="1A2E42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2697480"/>
            <a:ext cx="141732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28346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sent with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request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47472" y="3429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api.js header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719072" y="310896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1828800" y="2697480"/>
            <a:ext cx="1417320" cy="1234440"/>
          </a:xfrm>
          <a:prstGeom prst="rect">
            <a:avLst/>
          </a:prstGeom>
          <a:solidFill>
            <a:srgbClr val="1A2E42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828800" y="2697480"/>
            <a:ext cx="1417320" cy="64008"/>
          </a:xfrm>
          <a:prstGeom prst="rect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01952" y="28346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reads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901952" y="3429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middleware/auth.js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273552" y="310896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3383280" y="2697480"/>
            <a:ext cx="1417320" cy="1234440"/>
          </a:xfrm>
          <a:prstGeom prst="rect">
            <a:avLst/>
          </a:prstGeom>
          <a:solidFill>
            <a:srgbClr val="1A2E42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383280" y="2697480"/>
            <a:ext cx="1417320" cy="64008"/>
          </a:xfrm>
          <a:prstGeom prst="rect">
            <a:avLst/>
          </a:prstGeom>
          <a:solidFill>
            <a:srgbClr val="FF2D8B"/>
          </a:solidFill>
          <a:ln w="12700">
            <a:solidFill>
              <a:srgbClr val="FF2D8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56432" y="28346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Knows who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user is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456432" y="3429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req.user available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28032" y="310896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2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4937760" y="2697480"/>
            <a:ext cx="1417320" cy="1234440"/>
          </a:xfrm>
          <a:prstGeom prst="rect">
            <a:avLst/>
          </a:prstGeom>
          <a:solidFill>
            <a:srgbClr val="1A2E42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937760" y="2697480"/>
            <a:ext cx="1417320" cy="640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10912" y="28346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expires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15 min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010912" y="3429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feature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382512" y="310896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50" name="Shape 48"/>
          <p:cNvSpPr/>
          <p:nvPr/>
        </p:nvSpPr>
        <p:spPr>
          <a:xfrm>
            <a:off x="6492240" y="2697480"/>
            <a:ext cx="1417320" cy="1234440"/>
          </a:xfrm>
          <a:prstGeom prst="rect">
            <a:avLst/>
          </a:prstGeom>
          <a:solidFill>
            <a:srgbClr val="1A2E42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492240" y="2697480"/>
            <a:ext cx="141732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65392" y="28346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token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renews silently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565392" y="3429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day lifetime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20040" y="462686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store.jsx for token storage  •  See api.js to see how it's attached to requests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nuove.in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54096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54096" y="0"/>
            <a:ext cx="3044952" cy="54864"/>
          </a:xfrm>
          <a:prstGeom prst="rect">
            <a:avLst/>
          </a:prstGeom>
          <a:solidFill>
            <a:srgbClr val="FF2D8B"/>
          </a:solidFill>
          <a:ln w="12700">
            <a:solidFill>
              <a:srgbClr val="FF2D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Deployment Works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1115568" cy="1417320"/>
          </a:xfrm>
          <a:prstGeom prst="rect">
            <a:avLst/>
          </a:prstGeom>
          <a:solidFill>
            <a:srgbClr val="1A2E42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05840"/>
            <a:ext cx="1115568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09728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💻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01752" y="1618488"/>
            <a:ext cx="1024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to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branch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389888" y="1417320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499616" y="1005840"/>
            <a:ext cx="1115568" cy="1417320"/>
          </a:xfrm>
          <a:prstGeom prst="rect">
            <a:avLst/>
          </a:prstGeom>
          <a:solidFill>
            <a:srgbClr val="1A2E42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499616" y="1005840"/>
            <a:ext cx="1115568" cy="54864"/>
          </a:xfrm>
          <a:prstGeom prst="rect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99616" y="109728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🔀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545336" y="1618488"/>
            <a:ext cx="1024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633472" y="1417320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743200" y="1005840"/>
            <a:ext cx="1115568" cy="1417320"/>
          </a:xfrm>
          <a:prstGeom prst="rect">
            <a:avLst/>
          </a:prstGeom>
          <a:solidFill>
            <a:srgbClr val="1A2E42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0" y="1005840"/>
            <a:ext cx="1115568" cy="54864"/>
          </a:xfrm>
          <a:prstGeom prst="rect">
            <a:avLst/>
          </a:prstGeom>
          <a:solidFill>
            <a:srgbClr val="FF2D8B"/>
          </a:solidFill>
          <a:ln w="12700">
            <a:solidFill>
              <a:srgbClr val="FF2D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109728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👀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788920" y="1618488"/>
            <a:ext cx="1024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code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877056" y="1417320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986784" y="1005840"/>
            <a:ext cx="1115568" cy="1417320"/>
          </a:xfrm>
          <a:prstGeom prst="rect">
            <a:avLst/>
          </a:prstGeom>
          <a:solidFill>
            <a:srgbClr val="1A2E42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986784" y="1005840"/>
            <a:ext cx="1115568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86784" y="109728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032504" y="1618488"/>
            <a:ext cx="1024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merged to main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120640" y="1417320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230368" y="1005840"/>
            <a:ext cx="1115568" cy="1417320"/>
          </a:xfrm>
          <a:prstGeom prst="rect">
            <a:avLst/>
          </a:prstGeom>
          <a:solidFill>
            <a:srgbClr val="1A2E42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230368" y="1005840"/>
            <a:ext cx="1115568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30368" y="109728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5276088" y="1618488"/>
            <a:ext cx="1024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builds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(2 min)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64224" y="1417320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73952" y="1005840"/>
            <a:ext cx="1115568" cy="1417320"/>
          </a:xfrm>
          <a:prstGeom prst="rect">
            <a:avLst/>
          </a:prstGeom>
          <a:solidFill>
            <a:srgbClr val="1A2E42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73952" y="1005840"/>
            <a:ext cx="1115568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73952" y="109728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🚂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519672" y="1618488"/>
            <a:ext cx="1024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Railway builds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(2 min)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607808" y="1417320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717536" y="1005840"/>
            <a:ext cx="1115568" cy="1417320"/>
          </a:xfrm>
          <a:prstGeom prst="rect">
            <a:avLst/>
          </a:prstGeom>
          <a:solidFill>
            <a:srgbClr val="1A2E42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717536" y="1005840"/>
            <a:ext cx="1115568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17536" y="109728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7763256" y="1618488"/>
            <a:ext cx="1024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nuove.in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20040" y="2651760"/>
            <a:ext cx="8503920" cy="640080"/>
          </a:xfrm>
          <a:prstGeom prst="rect">
            <a:avLst/>
          </a:prstGeom>
          <a:solidFill>
            <a:srgbClr val="1F0A0A"/>
          </a:solidFill>
          <a:ln w="25400">
            <a:solidFill>
              <a:srgbClr val="FF2D8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2D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⚠️  If you break main, it breaks for REAL users on nuove.in  ⚠️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20040" y="342900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why we ALWAYS use branches and Pull Requests — never push directly to main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20040" y="3886200"/>
            <a:ext cx="4206240" cy="96012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20040" y="3886200"/>
            <a:ext cx="64008" cy="9601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39319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Vercel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02920" y="422452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Hosts the frontend React app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Auto-deploys on every main push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nuove.in custom domain connected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54880" y="3886200"/>
            <a:ext cx="4206240" cy="96012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54880" y="3886200"/>
            <a:ext cx="64008" cy="9601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37760" y="39319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Railway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4937760" y="422452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Hosts the Node.js backend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database lives here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all env vars in Railway dashboard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nuove.in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54096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54096" y="0"/>
            <a:ext cx="3044952" cy="54864"/>
          </a:xfrm>
          <a:prstGeom prst="rect">
            <a:avLst/>
          </a:prstGeom>
          <a:solidFill>
            <a:srgbClr val="FF2D8B"/>
          </a:solidFill>
          <a:ln w="12700">
            <a:solidFill>
              <a:srgbClr val="FF2D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Tools You Need Access To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4206240" cy="86868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0972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102412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38074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repository (2 repos)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46120" y="112471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invited as collaborator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1965960"/>
            <a:ext cx="4206240" cy="86868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21031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▲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60120" y="20299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Vercel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238658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hosting → nuove.in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46120" y="213055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invited to team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971800"/>
            <a:ext cx="4206240" cy="86868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31089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🚂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60120" y="30358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Railway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339242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+ PostgreSQL DB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46120" y="313639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invited to project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3977640"/>
            <a:ext cx="4206240" cy="86868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" y="41148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60120" y="40416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Razorpay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439826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processing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46120" y="414223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View-only team member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9160" y="960120"/>
            <a:ext cx="4206240" cy="86868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00600" y="10972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349240" y="102412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Resend.com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49240" y="138074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Transactional emails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635240" y="112471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API key for dev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09160" y="1965960"/>
            <a:ext cx="4206240" cy="86868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00600" y="21031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349240" y="20299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53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Sentry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49240" y="238658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tracking &amp; monitoring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635240" y="213055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invited to org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2971800"/>
            <a:ext cx="4206240" cy="86868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800600" y="31089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349240" y="30358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6A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Porkbun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49240" y="339242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Domain: nuove.in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635240" y="313639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login or DNS view access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09160" y="3977640"/>
            <a:ext cx="4206240" cy="86868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800600" y="41148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📮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5349240" y="40416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A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Postman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349240" y="439826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testing (local + prod)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635240" y="414223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free at postman.com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nuove.in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54096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54096" y="0"/>
            <a:ext cx="3044952" cy="54864"/>
          </a:xfrm>
          <a:prstGeom prst="rect">
            <a:avLst/>
          </a:prstGeom>
          <a:solidFill>
            <a:srgbClr val="FF2D8B"/>
          </a:solidFill>
          <a:ln w="12700">
            <a:solidFill>
              <a:srgbClr val="FF2D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Work Lives Here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8503920" cy="1325880"/>
          </a:xfrm>
          <a:prstGeom prst="rect">
            <a:avLst/>
          </a:prstGeom>
          <a:solidFill>
            <a:srgbClr val="0E2840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91440" cy="13258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601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188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Nuove_PRD_UserStories.xlsx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15544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 user stories with detailed acceptance criteria. Your bible.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589520" y="1078992"/>
            <a:ext cx="1005840" cy="10058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0" y="107899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116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stories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2377440"/>
            <a:ext cx="8503920" cy="82296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377440"/>
            <a:ext cx="91440" cy="82296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37744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 →  Nuove_Production_Readiness_Tracker.xlsx  — infrastructure checklist (115 tasks)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" y="3337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FOR EVERY TASK: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703320"/>
            <a:ext cx="1325880" cy="411480"/>
          </a:xfrm>
          <a:prstGeom prst="rect">
            <a:avLst/>
          </a:prstGeom>
          <a:solidFill>
            <a:srgbClr val="FF2D8B"/>
          </a:solidFill>
          <a:ln w="12700">
            <a:solidFill>
              <a:srgbClr val="FF2D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7033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P1 task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64208" y="3749040"/>
            <a:ext cx="73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8"/>
                </a:solidFill>
              </a:rPr>
              <a:t>→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46504" y="3703320"/>
            <a:ext cx="1325880" cy="411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46504" y="37033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branch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090672" y="3749040"/>
            <a:ext cx="73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8"/>
                </a:solidFill>
              </a:rPr>
              <a:t>→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172968" y="3703320"/>
            <a:ext cx="1325880" cy="41148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72968" y="37033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17136" y="3749040"/>
            <a:ext cx="73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8"/>
                </a:solidFill>
              </a:rPr>
              <a:t>→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99432" y="3703320"/>
            <a:ext cx="1325880" cy="4114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99432" y="37033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on mobile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0" y="3749040"/>
            <a:ext cx="73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8"/>
                </a:solidFill>
              </a:rPr>
              <a:t>→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25896" y="3703320"/>
            <a:ext cx="1325880" cy="411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25896" y="37033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PR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70064" y="3749040"/>
            <a:ext cx="73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8"/>
                </a:solidFill>
              </a:rPr>
              <a:t>→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452360" y="3703320"/>
            <a:ext cx="1325880" cy="411480"/>
          </a:xfrm>
          <a:prstGeom prst="rect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52360" y="37033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Done ✓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0040" y="42519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plan (8 weeks) is in Sheet 3 of the PRD Excel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nuove.in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54096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54096" y="0"/>
            <a:ext cx="3044952" cy="54864"/>
          </a:xfrm>
          <a:prstGeom prst="rect">
            <a:avLst/>
          </a:prstGeom>
          <a:solidFill>
            <a:srgbClr val="FF2D8B"/>
          </a:solidFill>
          <a:ln w="12700">
            <a:solidFill>
              <a:srgbClr val="FF2D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 Here — Your First Task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8503920" cy="1874520"/>
          </a:xfrm>
          <a:prstGeom prst="rect">
            <a:avLst/>
          </a:prstGeom>
          <a:solidFill>
            <a:srgbClr val="0A1E30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850392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42416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TASK: Add Empty State to Script History Page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14813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to edit: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14813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ai-reel-coach-frontend/src/pages/Scripts.jsx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1874520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8288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user has no saved scripts, show a friendly message instead of a blank screen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1874520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1031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Message: "No scripts yet. Write your first one!"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1874520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3774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button: 'Generate Script' → navigates to /generate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1874520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6517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existing app design: dark theme, brand gradient colours, same card style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944368"/>
            <a:ext cx="8503920" cy="320040"/>
          </a:xfrm>
          <a:prstGeom prst="rect">
            <a:avLst/>
          </a:prstGeom>
          <a:solidFill>
            <a:srgbClr val="0E2840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962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TASK?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86000" y="296265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files independently  •  Understand data flow  •  Make UI change  •  Use git correctly  •  Create your first PR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" y="34015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COMPLETE IT: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721608"/>
            <a:ext cx="201168" cy="20116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7216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21792" y="3721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Scripts.jsx — find where the script list is rendered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3986784"/>
            <a:ext cx="201168" cy="20116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9867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21792" y="398678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condition: if (scripts.length === 0) show your empty state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4251960"/>
            <a:ext cx="201168" cy="20116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2519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21792" y="4251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 it to match the dark theme (use CSS variables from index.css)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" y="4517136"/>
            <a:ext cx="201168" cy="20116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5171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4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21792" y="451713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in browser — works? Test on mobile too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0040" y="4782312"/>
            <a:ext cx="201168" cy="20116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7823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21792" y="47823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checkout -b feature/empty-state-scripts → commit → push → PR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nuove.in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54096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54096" y="0"/>
            <a:ext cx="3044952" cy="54864"/>
          </a:xfrm>
          <a:prstGeom prst="rect">
            <a:avLst/>
          </a:prstGeom>
          <a:solidFill>
            <a:srgbClr val="FF2D8B"/>
          </a:solidFill>
          <a:ln w="12700">
            <a:solidFill>
              <a:srgbClr val="FF2D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Rules. No Exceptions.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8503920" cy="731520"/>
          </a:xfrm>
          <a:prstGeom prst="rect">
            <a:avLst/>
          </a:prstGeom>
          <a:solidFill>
            <a:srgbClr val="101D2C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87552"/>
            <a:ext cx="73152" cy="731520"/>
          </a:xfrm>
          <a:prstGeom prst="rect">
            <a:avLst/>
          </a:prstGeom>
          <a:solidFill>
            <a:srgbClr val="FF2D8B"/>
          </a:solidFill>
          <a:ln w="12700">
            <a:solidFill>
              <a:srgbClr val="FF2D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972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78992" y="107899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Never commit .env or API keys to GitHub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78992" y="140817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Doing this exposes secrets publicly. Rotate ALL keys if it happens.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0" y="1188720"/>
            <a:ext cx="329184" cy="329184"/>
          </a:xfrm>
          <a:prstGeom prst="ellipse">
            <a:avLst/>
          </a:prstGeom>
          <a:solidFill>
            <a:srgbClr val="FF2D8B"/>
          </a:solidFill>
          <a:ln w="12700">
            <a:solidFill>
              <a:srgbClr val="FF2D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1792224"/>
            <a:ext cx="8503920" cy="731520"/>
          </a:xfrm>
          <a:prstGeom prst="rect">
            <a:avLst/>
          </a:prstGeom>
          <a:solidFill>
            <a:srgbClr val="0D1926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792224"/>
            <a:ext cx="73152" cy="7315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9019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🌿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078992" y="1883664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Never push directly to main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78992" y="221284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use a branch + Pull Request. Main = production.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5200" y="1993392"/>
            <a:ext cx="329184" cy="329184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0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0040" y="2596896"/>
            <a:ext cx="8503920" cy="731520"/>
          </a:xfrm>
          <a:prstGeom prst="rect">
            <a:avLst/>
          </a:prstGeom>
          <a:solidFill>
            <a:srgbClr val="101D2C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596896"/>
            <a:ext cx="73152" cy="73152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70662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078992" y="268833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Always test on mobile before marking done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78992" y="301752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users are on mobile. Desktop-only testing is not done.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15200" y="2798064"/>
            <a:ext cx="329184" cy="329184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0" y="2798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20040" y="3401568"/>
            <a:ext cx="8503920" cy="731520"/>
          </a:xfrm>
          <a:prstGeom prst="rect">
            <a:avLst/>
          </a:prstGeom>
          <a:solidFill>
            <a:srgbClr val="0D1926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401568"/>
            <a:ext cx="73152" cy="7315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51129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⏰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078992" y="349300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If stuck for 2+ hours — ask, don't guess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78992" y="382219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Guessing leads to bad code and wasted time. Ask early.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315200" y="3602736"/>
            <a:ext cx="329184" cy="32918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0" y="3602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20040" y="4206240"/>
            <a:ext cx="8503920" cy="731520"/>
          </a:xfrm>
          <a:prstGeom prst="rect">
            <a:avLst/>
          </a:prstGeom>
          <a:solidFill>
            <a:srgbClr val="101D2C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4206240"/>
            <a:ext cx="73152" cy="731520"/>
          </a:xfrm>
          <a:prstGeom prst="rect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31596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1078992" y="429768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task needs a PR — no direct pushes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78992" y="462686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 let seniors catch bugs before they hit live users.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315200" y="4407408"/>
            <a:ext cx="329184" cy="329184"/>
          </a:xfrm>
          <a:prstGeom prst="ellipse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0" y="4407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nuove.in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54096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54096" y="0"/>
            <a:ext cx="3044952" cy="54864"/>
          </a:xfrm>
          <a:prstGeom prst="rect">
            <a:avLst/>
          </a:prstGeom>
          <a:solidFill>
            <a:srgbClr val="FF2D8B"/>
          </a:solidFill>
          <a:ln w="12700">
            <a:solidFill>
              <a:srgbClr val="FF2D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4864"/>
            <a:ext cx="9144000" cy="50886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Getting Help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4206240" cy="9144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11887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78408" y="10972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is live at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78408" y="135331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nuove.in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2103120"/>
            <a:ext cx="4206240" cy="9144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9768" y="22860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78408" y="21945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78408" y="245059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Moses-Brucelee/aiap-c9-g36  •  Muskan9957/viralcoach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3200400"/>
            <a:ext cx="4206240" cy="9144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29768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78408" y="32918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 (task list)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78408" y="354787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Nuove_PRD_UserStories.xlsx — check here first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09160" y="1005840"/>
            <a:ext cx="4206240" cy="9144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18888" y="11887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🚂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67528" y="10972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hosting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67528" y="135331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Railway dashboard — check logs, env vars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09160" y="2103120"/>
            <a:ext cx="4206240" cy="9144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18888" y="22860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▲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367528" y="21945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hosting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67528" y="245059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dashboard — check deployment status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709160" y="3200400"/>
            <a:ext cx="4206240" cy="9144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18888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367528" y="32918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 on code?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67528" y="354787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2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for 2 hours, then ask. Never guess for 8 hours.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20040" y="4325112"/>
            <a:ext cx="8503920" cy="566928"/>
          </a:xfrm>
          <a:prstGeom prst="rect">
            <a:avLst/>
          </a:prstGeom>
          <a:solidFill>
            <a:srgbClr val="0A1E3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32511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 the PRD.  Trace the code.  Ask questions.  Ship great work.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nuove.in  •  Developer Onboarding  • 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Nuove – Developer KT</dc:title>
  <dc:subject>PptxGenJS Presentation</dc:subject>
  <dc:creator>Nuove Product Team</dc:creator>
  <cp:lastModifiedBy>Nuove Product Team</cp:lastModifiedBy>
  <cp:revision>1</cp:revision>
  <dcterms:created xsi:type="dcterms:W3CDTF">2026-05-25T18:05:59Z</dcterms:created>
  <dcterms:modified xsi:type="dcterms:W3CDTF">2026-05-25T18:05:59Z</dcterms:modified>
</cp:coreProperties>
</file>